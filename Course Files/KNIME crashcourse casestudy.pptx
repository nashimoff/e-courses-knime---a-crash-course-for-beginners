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07BD442-1B09-4B25-8112-B7B2F0658D1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78" autoAdjust="0"/>
    <p:restoredTop sz="94660"/>
  </p:normalViewPr>
  <p:slideViewPr>
    <p:cSldViewPr snapToGrid="0">
      <p:cViewPr>
        <p:scale>
          <a:sx n="150" d="100"/>
          <a:sy n="150" d="100"/>
        </p:scale>
        <p:origin x="-1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F14A9-AEB8-40DB-AD22-BFAC674A9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Knime</a:t>
            </a:r>
            <a:r>
              <a:rPr lang="de-DE" dirty="0"/>
              <a:t> </a:t>
            </a:r>
            <a:r>
              <a:rPr lang="de-DE" dirty="0" err="1"/>
              <a:t>Crashcourse</a:t>
            </a:r>
            <a:br>
              <a:rPr lang="de-DE" dirty="0"/>
            </a:br>
            <a:r>
              <a:rPr lang="de-DE" sz="4800" dirty="0"/>
              <a:t>The </a:t>
            </a:r>
            <a:r>
              <a:rPr lang="de-DE" sz="4800" dirty="0" err="1"/>
              <a:t>case</a:t>
            </a:r>
            <a:r>
              <a:rPr lang="de-DE" sz="4800" dirty="0"/>
              <a:t> </a:t>
            </a:r>
            <a:r>
              <a:rPr lang="de-DE" sz="4800" dirty="0" err="1"/>
              <a:t>study</a:t>
            </a:r>
            <a:r>
              <a:rPr lang="de-DE" sz="4800" dirty="0"/>
              <a:t> </a:t>
            </a:r>
            <a:r>
              <a:rPr lang="de-DE" sz="4800" dirty="0" err="1"/>
              <a:t>as</a:t>
            </a:r>
            <a:r>
              <a:rPr lang="de-DE" sz="4800" dirty="0"/>
              <a:t> a funny and easy </a:t>
            </a:r>
            <a:r>
              <a:rPr lang="de-DE" sz="4800" dirty="0" err="1"/>
              <a:t>way</a:t>
            </a:r>
            <a:r>
              <a:rPr lang="de-DE" sz="4800" dirty="0"/>
              <a:t> </a:t>
            </a:r>
            <a:r>
              <a:rPr lang="de-DE" sz="4800" dirty="0" err="1"/>
              <a:t>to</a:t>
            </a:r>
            <a:r>
              <a:rPr lang="de-DE" sz="4800" dirty="0"/>
              <a:t> </a:t>
            </a:r>
            <a:r>
              <a:rPr lang="de-DE" sz="4800" dirty="0" err="1"/>
              <a:t>learn</a:t>
            </a:r>
            <a:r>
              <a:rPr lang="de-DE" sz="4800" dirty="0"/>
              <a:t> </a:t>
            </a:r>
            <a:r>
              <a:rPr lang="de-DE" sz="4800" dirty="0" err="1"/>
              <a:t>Knime</a:t>
            </a:r>
            <a:endParaRPr lang="de-DE" sz="48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DC8EE0-4305-40B6-8F82-9381DEE103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Practise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perfect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886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5CFCF-B880-46D1-8134-A73B0E3C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Case Study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BB7DBB-F8E1-4915-ADE7-84A0D8A2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defRPr/>
            </a:pPr>
            <a:r>
              <a:rPr lang="en-US" dirty="0"/>
              <a:t>We received the following files from </a:t>
            </a:r>
            <a:br>
              <a:rPr lang="en-US" dirty="0"/>
            </a:br>
            <a:r>
              <a:rPr lang="en-US" dirty="0"/>
              <a:t>the client: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Transactional data aggregated to a state/product/day level in 12 files divided by month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Product data giving information about list prices and costs per country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List of sales managers for the regions and products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874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0F80E-357F-416B-A7ED-5E8E6689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Tasks – </a:t>
            </a:r>
            <a:r>
              <a:rPr lang="de-DE" dirty="0" err="1"/>
              <a:t>Cleaning</a:t>
            </a:r>
            <a:r>
              <a:rPr lang="de-DE" dirty="0"/>
              <a:t> and </a:t>
            </a:r>
            <a:r>
              <a:rPr lang="de-DE" dirty="0" err="1"/>
              <a:t>analyzing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EB589-7575-45EB-9DDD-AD9ABA46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defRPr/>
            </a:pPr>
            <a:r>
              <a:rPr lang="en-US" dirty="0"/>
              <a:t>Consolidate the transactions data into one giant table</a:t>
            </a:r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Explore Import options in </a:t>
            </a:r>
            <a:r>
              <a:rPr lang="en-US" dirty="0" err="1"/>
              <a:t>Knime</a:t>
            </a: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Import data sources (Case study)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Cleaning the Sales Area in the Sales Rep Sheet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Saving our files to disk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Enrich our data with currency information using a web </a:t>
            </a:r>
            <a:r>
              <a:rPr lang="en-US" dirty="0" err="1"/>
              <a:t>api</a:t>
            </a:r>
            <a:r>
              <a:rPr lang="en-US" dirty="0"/>
              <a:t> 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Joining data – start combining our results (additional cleaning involved) 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endParaRPr lang="en-US" dirty="0"/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758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0F80E-357F-416B-A7ED-5E8E6689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Tasks – </a:t>
            </a:r>
            <a:r>
              <a:rPr lang="de-DE" dirty="0" err="1"/>
              <a:t>Cleaning</a:t>
            </a:r>
            <a:r>
              <a:rPr lang="de-DE" dirty="0"/>
              <a:t> and </a:t>
            </a:r>
            <a:r>
              <a:rPr lang="de-DE" dirty="0" err="1"/>
              <a:t>analyzing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EB589-7575-45EB-9DDD-AD9ABA46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defRPr/>
            </a:pPr>
            <a:r>
              <a:rPr lang="en-US" dirty="0"/>
              <a:t>Prepare and enrich our final dataset for Visualization</a:t>
            </a:r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Remove duplicate entries (if any)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Remove Quantities below or equal to zero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Remove Rows with Product Name #NV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Calculate </a:t>
            </a:r>
            <a:r>
              <a:rPr lang="en-US"/>
              <a:t>the Profit</a:t>
            </a: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Join the currency Exchange Rate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Calculate the Profit in €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Save the output for visualization</a:t>
            </a:r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71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0F80E-357F-416B-A7ED-5E8E6689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Tasks – </a:t>
            </a:r>
            <a:r>
              <a:rPr lang="de-DE" dirty="0" err="1"/>
              <a:t>Cleaning</a:t>
            </a:r>
            <a:r>
              <a:rPr lang="de-DE" dirty="0"/>
              <a:t> and </a:t>
            </a:r>
            <a:r>
              <a:rPr lang="de-DE" dirty="0" err="1"/>
              <a:t>analyzing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EB589-7575-45EB-9DDD-AD9ABA46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defRPr/>
            </a:pPr>
            <a:r>
              <a:rPr lang="en-US" dirty="0"/>
              <a:t>Visualizing our Results</a:t>
            </a:r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Visualize our data with two great visualization tools	</a:t>
            </a:r>
          </a:p>
          <a:p>
            <a:pPr marL="800100" lvl="2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r>
              <a:rPr lang="en-US" dirty="0"/>
              <a:t>Tableau and Power BI !</a:t>
            </a:r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4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0F80E-357F-416B-A7ED-5E8E6689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Tasks – </a:t>
            </a:r>
            <a:r>
              <a:rPr lang="de-DE" dirty="0" err="1"/>
              <a:t>Predictive</a:t>
            </a:r>
            <a:r>
              <a:rPr lang="de-DE" dirty="0"/>
              <a:t> Analytics</a:t>
            </a:r>
            <a:br>
              <a:rPr lang="de-DE" dirty="0"/>
            </a:br>
            <a:r>
              <a:rPr lang="de-DE" dirty="0"/>
              <a:t>Data </a:t>
            </a:r>
            <a:r>
              <a:rPr lang="de-DE" dirty="0" err="1"/>
              <a:t>science</a:t>
            </a:r>
            <a:r>
              <a:rPr lang="de-DE" dirty="0"/>
              <a:t> in </a:t>
            </a:r>
            <a:r>
              <a:rPr lang="de-DE" dirty="0" err="1"/>
              <a:t>Knime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EB589-7575-45EB-9DDD-AD9ABA46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defRPr/>
            </a:pPr>
            <a:r>
              <a:rPr lang="en-US" dirty="0"/>
              <a:t>Predicting Customer Churn in </a:t>
            </a:r>
            <a:r>
              <a:rPr lang="en-US" dirty="0" err="1"/>
              <a:t>Knime</a:t>
            </a:r>
            <a:r>
              <a:rPr lang="en-US" dirty="0"/>
              <a:t> (#data science, AI, ML)</a:t>
            </a:r>
          </a:p>
          <a:p>
            <a:pPr marL="0" indent="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None/>
              <a:defRPr/>
            </a:pP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Create a Machine Learning Model in </a:t>
            </a:r>
            <a:r>
              <a:rPr lang="en-US" dirty="0" err="1"/>
              <a:t>knime</a:t>
            </a:r>
            <a:endParaRPr lang="en-US" dirty="0"/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Train it</a:t>
            </a:r>
          </a:p>
          <a:p>
            <a:pPr marL="457200" indent="-457200" fontAlgn="base">
              <a:lnSpc>
                <a:spcPct val="110000"/>
              </a:lnSpc>
              <a:spcBef>
                <a:spcPts val="600"/>
              </a:spcBef>
              <a:spcAft>
                <a:spcPts val="900"/>
              </a:spcAft>
              <a:buSzPct val="100000"/>
              <a:buFont typeface="+mj-lt"/>
              <a:buAutoNum type="arabicPeriod"/>
              <a:defRPr/>
            </a:pPr>
            <a:r>
              <a:rPr lang="en-US" dirty="0"/>
              <a:t>Make a prediction on whether a customer will leave us</a:t>
            </a:r>
            <a:r>
              <a:rPr lang="en-US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393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255</Words>
  <Application>Microsoft Office PowerPoint</Application>
  <PresentationFormat>Breitbild</PresentationFormat>
  <Paragraphs>37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Knime Crashcourse The case study as a funny and easy way to learn Knime</vt:lpstr>
      <vt:lpstr>Case Study introduction</vt:lpstr>
      <vt:lpstr>Our Tasks – Cleaning and analyzing the data</vt:lpstr>
      <vt:lpstr>Our Tasks – Cleaning and analyzing the data </vt:lpstr>
      <vt:lpstr>Our Tasks – Cleaning and analyzing the data </vt:lpstr>
      <vt:lpstr>Our Tasks – Predictive Analytics Data science in Knime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Alteryx the funny and easy way</dc:title>
  <dc:creator>Daniel Weikert</dc:creator>
  <cp:lastModifiedBy>Dan We</cp:lastModifiedBy>
  <cp:revision>25</cp:revision>
  <dcterms:created xsi:type="dcterms:W3CDTF">2018-05-23T15:18:16Z</dcterms:created>
  <dcterms:modified xsi:type="dcterms:W3CDTF">2025-03-21T17:04:37Z</dcterms:modified>
</cp:coreProperties>
</file>